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0" d="100"/>
          <a:sy n="90" d="100"/>
        </p:scale>
        <p:origin x="355"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n-US"/>
              <a:t>Click to edit Master title style</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rIns="45720"/>
          <a:lstStyle/>
          <a:p>
            <a:fld id="{B2B7DE95-5226-4DE8-8578-74CB7475B0AD}" type="slidenum">
              <a:rPr lang="en-IN" smtClean="0"/>
              <a:t>‹#›</a:t>
            </a:fld>
            <a:endParaRPr lang="en-IN"/>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806176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40391017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n-US"/>
              <a:t>Click to edit Master title style</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583817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20160528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609285" y="2851331"/>
            <a:ext cx="3893623"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66635" y="2851331"/>
            <a:ext cx="3899798" cy="307143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3206FCD-4F39-4133-A205-0307408DED60}" type="datetimeFigureOut">
              <a:rPr lang="en-IN" smtClean="0"/>
              <a:t>14-07-2026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34988787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3206FCD-4F39-4133-A205-0307408DED60}" type="datetimeFigureOut">
              <a:rPr lang="en-IN" smtClean="0"/>
              <a:t>14-07-2026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2B7DE95-5226-4DE8-8578-74CB7475B0AD}" type="slidenum">
              <a:rPr lang="en-IN" smtClean="0"/>
              <a:t>‹#›</a:t>
            </a:fld>
            <a:endParaRPr lang="en-IN"/>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extLst>
      <p:ext uri="{BB962C8B-B14F-4D97-AF65-F5344CB8AC3E}">
        <p14:creationId xmlns:p14="http://schemas.microsoft.com/office/powerpoint/2010/main" val="10720920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3206FCD-4F39-4133-A205-0307408DED60}" type="datetimeFigureOut">
              <a:rPr lang="en-IN" smtClean="0"/>
              <a:t>14-07-2026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14815867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31529713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3206FCD-4F39-4133-A205-0307408DED60}" type="datetimeFigureOut">
              <a:rPr lang="en-IN" smtClean="0"/>
              <a:t>14-07-2026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559367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697900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3206FCD-4F39-4133-A205-0307408DED60}" type="datetimeFigureOut">
              <a:rPr lang="en-IN" smtClean="0"/>
              <a:t>14-07-2026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2B7DE95-5226-4DE8-8578-74CB7475B0AD}" type="slidenum">
              <a:rPr lang="en-IN" smtClean="0"/>
              <a:t>‹#›</a:t>
            </a:fld>
            <a:endParaRPr lang="en-IN"/>
          </a:p>
        </p:txBody>
      </p:sp>
    </p:spTree>
    <p:extLst>
      <p:ext uri="{BB962C8B-B14F-4D97-AF65-F5344CB8AC3E}">
        <p14:creationId xmlns:p14="http://schemas.microsoft.com/office/powerpoint/2010/main" val="2749967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3206FCD-4F39-4133-A205-0307408DED60}" type="datetimeFigureOut">
              <a:rPr lang="en-IN" smtClean="0"/>
              <a:t>14-07-2026</a:t>
            </a:fld>
            <a:endParaRPr lang="en-IN"/>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B2B7DE95-5226-4DE8-8578-74CB7475B0AD}" type="slidenum">
              <a:rPr lang="en-IN" smtClean="0"/>
              <a:t>‹#›</a:t>
            </a:fld>
            <a:endParaRPr lang="en-IN"/>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86060400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44488" algn="l" defTabSz="914400" rtl="0" eaLnBrk="1" latinLnBrk="0" hangingPunct="1">
        <a:lnSpc>
          <a:spcPct val="120000"/>
        </a:lnSpc>
        <a:spcBef>
          <a:spcPts val="10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13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4448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8" Type="http://schemas.openxmlformats.org/officeDocument/2006/relationships/image" Target="../media/image12.jpeg"/><Relationship Id="rId3" Type="http://schemas.openxmlformats.org/officeDocument/2006/relationships/image" Target="../media/image7.jpeg"/><Relationship Id="rId7" Type="http://schemas.openxmlformats.org/officeDocument/2006/relationships/image" Target="../media/image11.jpeg"/><Relationship Id="rId2" Type="http://schemas.openxmlformats.org/officeDocument/2006/relationships/image" Target="../media/image6.jpeg"/><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jpeg"/><Relationship Id="rId4" Type="http://schemas.openxmlformats.org/officeDocument/2006/relationships/image" Target="../media/image8.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FDA8A-9887-C6CB-8958-2D2D03052B73}"/>
              </a:ext>
            </a:extLst>
          </p:cNvPr>
          <p:cNvSpPr>
            <a:spLocks noGrp="1"/>
          </p:cNvSpPr>
          <p:nvPr>
            <p:ph type="ctrTitle"/>
          </p:nvPr>
        </p:nvSpPr>
        <p:spPr/>
        <p:txBody>
          <a:bodyPr>
            <a:normAutofit fontScale="90000"/>
          </a:bodyPr>
          <a:lstStyle/>
          <a:p>
            <a:r>
              <a:rPr lang="en-IN" dirty="0"/>
              <a:t>Green Skills using AI Technologies.</a:t>
            </a:r>
          </a:p>
        </p:txBody>
      </p:sp>
      <p:sp>
        <p:nvSpPr>
          <p:cNvPr id="3" name="Subtitle 2">
            <a:extLst>
              <a:ext uri="{FF2B5EF4-FFF2-40B4-BE49-F238E27FC236}">
                <a16:creationId xmlns:a16="http://schemas.microsoft.com/office/drawing/2014/main" id="{B7ED8DAB-DA37-A681-221D-F41F53E1792A}"/>
              </a:ext>
            </a:extLst>
          </p:cNvPr>
          <p:cNvSpPr>
            <a:spLocks noGrp="1"/>
          </p:cNvSpPr>
          <p:nvPr>
            <p:ph type="subTitle" idx="1"/>
          </p:nvPr>
        </p:nvSpPr>
        <p:spPr/>
        <p:txBody>
          <a:bodyPr>
            <a:normAutofit/>
          </a:bodyPr>
          <a:lstStyle/>
          <a:p>
            <a:r>
              <a:rPr lang="en-IN" sz="4400" dirty="0" err="1"/>
              <a:t>Edunet</a:t>
            </a:r>
            <a:r>
              <a:rPr lang="en-IN" sz="4400" dirty="0"/>
              <a:t> Internship :</a:t>
            </a:r>
          </a:p>
        </p:txBody>
      </p:sp>
    </p:spTree>
    <p:extLst>
      <p:ext uri="{BB962C8B-B14F-4D97-AF65-F5344CB8AC3E}">
        <p14:creationId xmlns:p14="http://schemas.microsoft.com/office/powerpoint/2010/main" val="1429828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B0E0B-F810-81E4-13F0-D35B1E208B70}"/>
              </a:ext>
            </a:extLst>
          </p:cNvPr>
          <p:cNvSpPr>
            <a:spLocks noGrp="1"/>
          </p:cNvSpPr>
          <p:nvPr>
            <p:ph type="title"/>
          </p:nvPr>
        </p:nvSpPr>
        <p:spPr/>
        <p:txBody>
          <a:bodyPr/>
          <a:lstStyle/>
          <a:p>
            <a:pPr algn="ctr"/>
            <a:r>
              <a:rPr lang="en-IN" b="1" dirty="0"/>
              <a:t>Submitted by:</a:t>
            </a:r>
            <a:br>
              <a:rPr lang="en-IN" dirty="0"/>
            </a:br>
            <a:endParaRPr lang="en-IN" dirty="0"/>
          </a:p>
        </p:txBody>
      </p:sp>
      <p:sp>
        <p:nvSpPr>
          <p:cNvPr id="3" name="Content Placeholder 2">
            <a:extLst>
              <a:ext uri="{FF2B5EF4-FFF2-40B4-BE49-F238E27FC236}">
                <a16:creationId xmlns:a16="http://schemas.microsoft.com/office/drawing/2014/main" id="{401ECA8F-61A3-45FD-A9E7-8A1439F3450A}"/>
              </a:ext>
            </a:extLst>
          </p:cNvPr>
          <p:cNvSpPr>
            <a:spLocks noGrp="1"/>
          </p:cNvSpPr>
          <p:nvPr>
            <p:ph idx="1"/>
          </p:nvPr>
        </p:nvSpPr>
        <p:spPr/>
        <p:txBody>
          <a:bodyPr/>
          <a:lstStyle/>
          <a:p>
            <a:pPr marL="0" indent="0">
              <a:buNone/>
            </a:pPr>
            <a:endParaRPr lang="en-IN" dirty="0"/>
          </a:p>
          <a:p>
            <a:r>
              <a:rPr lang="en-IN" dirty="0"/>
              <a:t>Name : Parekh Darsh </a:t>
            </a:r>
            <a:r>
              <a:rPr lang="en-IN" dirty="0" err="1"/>
              <a:t>Sunilkumar</a:t>
            </a:r>
            <a:endParaRPr lang="en-IN" dirty="0"/>
          </a:p>
          <a:p>
            <a:r>
              <a:rPr lang="en-IN" dirty="0" err="1"/>
              <a:t>Enrollment</a:t>
            </a:r>
            <a:r>
              <a:rPr lang="en-IN" dirty="0"/>
              <a:t> Number : 231250116037</a:t>
            </a:r>
          </a:p>
          <a:p>
            <a:r>
              <a:rPr lang="en-IN" dirty="0"/>
              <a:t>Stream : Information Technology </a:t>
            </a:r>
          </a:p>
          <a:p>
            <a:r>
              <a:rPr lang="en-IN" dirty="0"/>
              <a:t>College Name : Shree Swaminarayan Institute of Technology</a:t>
            </a:r>
          </a:p>
          <a:p>
            <a:r>
              <a:rPr lang="en-IN" dirty="0"/>
              <a:t>Internship:</a:t>
            </a:r>
            <a:br>
              <a:rPr lang="en-IN" dirty="0"/>
            </a:br>
            <a:r>
              <a:rPr lang="en-IN" b="1" dirty="0" err="1"/>
              <a:t>Edunet</a:t>
            </a:r>
            <a:r>
              <a:rPr lang="en-IN" b="1" dirty="0"/>
              <a:t> Foundation – Green Skills using A.I Technologies.</a:t>
            </a:r>
            <a:endParaRPr lang="en-IN" dirty="0"/>
          </a:p>
          <a:p>
            <a:endParaRPr lang="en-IN" dirty="0"/>
          </a:p>
        </p:txBody>
      </p:sp>
    </p:spTree>
    <p:extLst>
      <p:ext uri="{BB962C8B-B14F-4D97-AF65-F5344CB8AC3E}">
        <p14:creationId xmlns:p14="http://schemas.microsoft.com/office/powerpoint/2010/main" val="13478327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073D4-19A2-25B4-D3B8-B0E4FE46A3F1}"/>
              </a:ext>
            </a:extLst>
          </p:cNvPr>
          <p:cNvSpPr>
            <a:spLocks noGrp="1"/>
          </p:cNvSpPr>
          <p:nvPr>
            <p:ph type="title"/>
          </p:nvPr>
        </p:nvSpPr>
        <p:spPr/>
        <p:txBody>
          <a:bodyPr/>
          <a:lstStyle/>
          <a:p>
            <a:pPr algn="ctr"/>
            <a:r>
              <a:rPr lang="en-IN" dirty="0"/>
              <a:t>About Green Skilling:-</a:t>
            </a:r>
          </a:p>
        </p:txBody>
      </p:sp>
      <p:sp>
        <p:nvSpPr>
          <p:cNvPr id="3" name="Content Placeholder 2">
            <a:extLst>
              <a:ext uri="{FF2B5EF4-FFF2-40B4-BE49-F238E27FC236}">
                <a16:creationId xmlns:a16="http://schemas.microsoft.com/office/drawing/2014/main" id="{E60A6B77-1FFF-F449-C8AE-B02C9691E193}"/>
              </a:ext>
            </a:extLst>
          </p:cNvPr>
          <p:cNvSpPr>
            <a:spLocks noGrp="1"/>
          </p:cNvSpPr>
          <p:nvPr>
            <p:ph idx="1"/>
          </p:nvPr>
        </p:nvSpPr>
        <p:spPr/>
        <p:txBody>
          <a:bodyPr>
            <a:normAutofit fontScale="70000" lnSpcReduction="20000"/>
          </a:bodyPr>
          <a:lstStyle/>
          <a:p>
            <a:r>
              <a:rPr lang="en-IN" b="1" dirty="0"/>
              <a:t>What is Green Skilling?</a:t>
            </a:r>
          </a:p>
          <a:p>
            <a:r>
              <a:rPr lang="en-IN" dirty="0"/>
              <a:t>Green Skilling means learning skills that help protect the environment and support sustainable development.</a:t>
            </a:r>
          </a:p>
          <a:p>
            <a:r>
              <a:rPr lang="en-IN" dirty="0"/>
              <a:t>Examples</a:t>
            </a:r>
          </a:p>
          <a:p>
            <a:r>
              <a:rPr lang="en-IN" dirty="0"/>
              <a:t>Renewable Energy </a:t>
            </a:r>
          </a:p>
          <a:p>
            <a:r>
              <a:rPr lang="en-IN" dirty="0"/>
              <a:t>Electric Vehicles </a:t>
            </a:r>
          </a:p>
          <a:p>
            <a:r>
              <a:rPr lang="en-IN" dirty="0"/>
              <a:t>Recycling </a:t>
            </a:r>
          </a:p>
          <a:p>
            <a:r>
              <a:rPr lang="en-IN" dirty="0"/>
              <a:t>Waste Management </a:t>
            </a:r>
          </a:p>
          <a:p>
            <a:r>
              <a:rPr lang="en-IN" dirty="0"/>
              <a:t>AI for Environment </a:t>
            </a:r>
          </a:p>
          <a:p>
            <a:r>
              <a:rPr lang="en-IN" dirty="0"/>
              <a:t>Smart Agriculture</a:t>
            </a:r>
          </a:p>
          <a:p>
            <a:endParaRPr lang="en-IN" dirty="0"/>
          </a:p>
        </p:txBody>
      </p:sp>
      <p:pic>
        <p:nvPicPr>
          <p:cNvPr id="4" name="Picture 3" descr="Green Skills: Why They Matter More Than Ever Today">
            <a:extLst>
              <a:ext uri="{FF2B5EF4-FFF2-40B4-BE49-F238E27FC236}">
                <a16:creationId xmlns:a16="http://schemas.microsoft.com/office/drawing/2014/main" id="{94B3A92A-A882-4EC9-8779-BB957FA85577}"/>
              </a:ext>
            </a:extLst>
          </p:cNvPr>
          <p:cNvPicPr>
            <a:picLocks noChangeAspect="1"/>
          </p:cNvPicPr>
          <p:nvPr/>
        </p:nvPicPr>
        <p:blipFill>
          <a:blip r:embed="rId2"/>
          <a:stretch>
            <a:fillRect/>
          </a:stretch>
        </p:blipFill>
        <p:spPr>
          <a:xfrm>
            <a:off x="5850467" y="2794000"/>
            <a:ext cx="3696758" cy="2946400"/>
          </a:xfrm>
          <a:prstGeom prst="rect">
            <a:avLst/>
          </a:prstGeom>
        </p:spPr>
      </p:pic>
    </p:spTree>
    <p:extLst>
      <p:ext uri="{BB962C8B-B14F-4D97-AF65-F5344CB8AC3E}">
        <p14:creationId xmlns:p14="http://schemas.microsoft.com/office/powerpoint/2010/main" val="42258766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506F29-A984-03B1-77C6-0612569064D2}"/>
              </a:ext>
            </a:extLst>
          </p:cNvPr>
          <p:cNvSpPr>
            <a:spLocks noGrp="1"/>
          </p:cNvSpPr>
          <p:nvPr>
            <p:ph type="title"/>
          </p:nvPr>
        </p:nvSpPr>
        <p:spPr/>
        <p:txBody>
          <a:bodyPr/>
          <a:lstStyle/>
          <a:p>
            <a:pPr algn="ctr"/>
            <a:r>
              <a:rPr lang="en-IN" dirty="0" err="1"/>
              <a:t>Sustainibility</a:t>
            </a:r>
            <a:r>
              <a:rPr lang="en-IN" dirty="0"/>
              <a:t>:-</a:t>
            </a:r>
          </a:p>
        </p:txBody>
      </p:sp>
      <p:sp>
        <p:nvSpPr>
          <p:cNvPr id="3" name="Content Placeholder 2">
            <a:extLst>
              <a:ext uri="{FF2B5EF4-FFF2-40B4-BE49-F238E27FC236}">
                <a16:creationId xmlns:a16="http://schemas.microsoft.com/office/drawing/2014/main" id="{A117CABD-2D91-7676-F95A-8E4130513DA3}"/>
              </a:ext>
            </a:extLst>
          </p:cNvPr>
          <p:cNvSpPr>
            <a:spLocks noGrp="1"/>
          </p:cNvSpPr>
          <p:nvPr>
            <p:ph idx="1"/>
          </p:nvPr>
        </p:nvSpPr>
        <p:spPr/>
        <p:txBody>
          <a:bodyPr/>
          <a:lstStyle/>
          <a:p>
            <a:r>
              <a:rPr lang="en-IN" dirty="0"/>
              <a:t>What is Sustainability?</a:t>
            </a:r>
          </a:p>
          <a:p>
            <a:r>
              <a:rPr lang="en-IN" dirty="0"/>
              <a:t>Sustainability means using natural resources responsibly so future generations can also meet their needs.</a:t>
            </a:r>
          </a:p>
          <a:p>
            <a:r>
              <a:rPr lang="en-IN" dirty="0"/>
              <a:t>Three pillars:</a:t>
            </a:r>
          </a:p>
          <a:p>
            <a:r>
              <a:rPr lang="en-IN" dirty="0"/>
              <a:t>Environmental Sustainability </a:t>
            </a:r>
          </a:p>
          <a:p>
            <a:r>
              <a:rPr lang="en-IN" dirty="0"/>
              <a:t>Social Sustainability </a:t>
            </a:r>
          </a:p>
          <a:p>
            <a:r>
              <a:rPr lang="en-IN" dirty="0"/>
              <a:t>Economic Sustainability</a:t>
            </a:r>
          </a:p>
          <a:p>
            <a:endParaRPr lang="en-IN" dirty="0"/>
          </a:p>
        </p:txBody>
      </p:sp>
      <p:pic>
        <p:nvPicPr>
          <p:cNvPr id="4" name="Picture 3" descr="The European Green Deal. Set of isolated icons, vector illustration EPS 10  Stock Vector | Adobe Stock">
            <a:extLst>
              <a:ext uri="{FF2B5EF4-FFF2-40B4-BE49-F238E27FC236}">
                <a16:creationId xmlns:a16="http://schemas.microsoft.com/office/drawing/2014/main" id="{7031FA7B-2D1B-0C72-0EA4-4F178E997DE0}"/>
              </a:ext>
            </a:extLst>
          </p:cNvPr>
          <p:cNvPicPr>
            <a:picLocks noChangeAspect="1"/>
          </p:cNvPicPr>
          <p:nvPr/>
        </p:nvPicPr>
        <p:blipFill>
          <a:blip r:embed="rId2"/>
          <a:stretch>
            <a:fillRect/>
          </a:stretch>
        </p:blipFill>
        <p:spPr>
          <a:xfrm>
            <a:off x="6582506" y="3317918"/>
            <a:ext cx="3048000" cy="2389632"/>
          </a:xfrm>
          <a:prstGeom prst="rect">
            <a:avLst/>
          </a:prstGeom>
        </p:spPr>
      </p:pic>
    </p:spTree>
    <p:extLst>
      <p:ext uri="{BB962C8B-B14F-4D97-AF65-F5344CB8AC3E}">
        <p14:creationId xmlns:p14="http://schemas.microsoft.com/office/powerpoint/2010/main" val="19236444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E90BE-50A1-6CA7-67D9-6F32371B6F03}"/>
              </a:ext>
            </a:extLst>
          </p:cNvPr>
          <p:cNvSpPr>
            <a:spLocks noGrp="1"/>
          </p:cNvSpPr>
          <p:nvPr>
            <p:ph type="title"/>
          </p:nvPr>
        </p:nvSpPr>
        <p:spPr/>
        <p:txBody>
          <a:bodyPr/>
          <a:lstStyle/>
          <a:p>
            <a:pPr algn="ctr"/>
            <a:r>
              <a:rPr lang="en-IN" dirty="0"/>
              <a:t>AI and Sustainability:-</a:t>
            </a:r>
          </a:p>
        </p:txBody>
      </p:sp>
      <p:sp>
        <p:nvSpPr>
          <p:cNvPr id="3" name="Content Placeholder 2">
            <a:extLst>
              <a:ext uri="{FF2B5EF4-FFF2-40B4-BE49-F238E27FC236}">
                <a16:creationId xmlns:a16="http://schemas.microsoft.com/office/drawing/2014/main" id="{F62B5DC6-36CF-7354-CCA9-DEB24F01B651}"/>
              </a:ext>
            </a:extLst>
          </p:cNvPr>
          <p:cNvSpPr>
            <a:spLocks noGrp="1"/>
          </p:cNvSpPr>
          <p:nvPr>
            <p:ph sz="half" idx="1"/>
          </p:nvPr>
        </p:nvSpPr>
        <p:spPr/>
        <p:txBody>
          <a:bodyPr>
            <a:normAutofit fontScale="92500" lnSpcReduction="20000"/>
          </a:bodyPr>
          <a:lstStyle/>
          <a:p>
            <a:r>
              <a:rPr lang="en-IN" b="1" dirty="0"/>
              <a:t>AI helps Sustainability</a:t>
            </a:r>
          </a:p>
          <a:p>
            <a:r>
              <a:rPr lang="en-IN" dirty="0"/>
              <a:t>Examples:</a:t>
            </a:r>
          </a:p>
          <a:p>
            <a:r>
              <a:rPr lang="en-IN" dirty="0"/>
              <a:t>Smart waste segregation </a:t>
            </a:r>
          </a:p>
          <a:p>
            <a:r>
              <a:rPr lang="en-IN" dirty="0"/>
              <a:t>Predicting floods </a:t>
            </a:r>
          </a:p>
          <a:p>
            <a:r>
              <a:rPr lang="en-IN" dirty="0"/>
              <a:t>Forest monitoring </a:t>
            </a:r>
          </a:p>
          <a:p>
            <a:r>
              <a:rPr lang="en-IN" dirty="0"/>
              <a:t>Air pollution prediction </a:t>
            </a:r>
          </a:p>
          <a:p>
            <a:r>
              <a:rPr lang="en-IN" dirty="0"/>
              <a:t>Smart irrigation </a:t>
            </a:r>
          </a:p>
          <a:p>
            <a:r>
              <a:rPr lang="en-IN" dirty="0"/>
              <a:t>Energy optimization</a:t>
            </a:r>
          </a:p>
          <a:p>
            <a:endParaRPr lang="en-IN" dirty="0"/>
          </a:p>
        </p:txBody>
      </p:sp>
      <p:sp>
        <p:nvSpPr>
          <p:cNvPr id="4" name="Content Placeholder 3">
            <a:extLst>
              <a:ext uri="{FF2B5EF4-FFF2-40B4-BE49-F238E27FC236}">
                <a16:creationId xmlns:a16="http://schemas.microsoft.com/office/drawing/2014/main" id="{1CF06A22-C4C3-F7A6-68E9-0AF592F9610D}"/>
              </a:ext>
            </a:extLst>
          </p:cNvPr>
          <p:cNvSpPr>
            <a:spLocks noGrp="1"/>
          </p:cNvSpPr>
          <p:nvPr>
            <p:ph sz="half" idx="2"/>
          </p:nvPr>
        </p:nvSpPr>
        <p:spPr/>
        <p:txBody>
          <a:bodyPr>
            <a:normAutofit fontScale="92500" lnSpcReduction="20000"/>
          </a:bodyPr>
          <a:lstStyle/>
          <a:p>
            <a:r>
              <a:rPr lang="en-IN" b="1" dirty="0"/>
              <a:t>AI Challenges</a:t>
            </a:r>
          </a:p>
          <a:p>
            <a:r>
              <a:rPr lang="en-IN" dirty="0"/>
              <a:t>Examples:</a:t>
            </a:r>
          </a:p>
          <a:p>
            <a:r>
              <a:rPr lang="en-IN" dirty="0"/>
              <a:t>High electricity consumption </a:t>
            </a:r>
          </a:p>
          <a:p>
            <a:r>
              <a:rPr lang="en-IN" dirty="0"/>
              <a:t>Large data </a:t>
            </a:r>
            <a:r>
              <a:rPr lang="en-IN" dirty="0" err="1"/>
              <a:t>centers</a:t>
            </a:r>
            <a:r>
              <a:rPr lang="en-IN" dirty="0"/>
              <a:t> use lots of power </a:t>
            </a:r>
          </a:p>
          <a:p>
            <a:r>
              <a:rPr lang="en-IN" dirty="0"/>
              <a:t>Carbon emissions </a:t>
            </a:r>
          </a:p>
          <a:p>
            <a:r>
              <a:rPr lang="en-IN" dirty="0"/>
              <a:t>Electronic waste </a:t>
            </a:r>
          </a:p>
          <a:p>
            <a:r>
              <a:rPr lang="en-IN" dirty="0"/>
              <a:t>Water consumption for cooling servers </a:t>
            </a:r>
          </a:p>
          <a:p>
            <a:endParaRPr lang="en-IN" dirty="0"/>
          </a:p>
        </p:txBody>
      </p:sp>
    </p:spTree>
    <p:extLst>
      <p:ext uri="{BB962C8B-B14F-4D97-AF65-F5344CB8AC3E}">
        <p14:creationId xmlns:p14="http://schemas.microsoft.com/office/powerpoint/2010/main" val="436414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DBB91-2ACD-D7F0-3179-D071A3A98BC9}"/>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33125FAE-7972-128E-2C3A-8C767FC6CCDC}"/>
              </a:ext>
            </a:extLst>
          </p:cNvPr>
          <p:cNvSpPr>
            <a:spLocks noGrp="1"/>
          </p:cNvSpPr>
          <p:nvPr>
            <p:ph idx="1"/>
          </p:nvPr>
        </p:nvSpPr>
        <p:spPr/>
        <p:txBody>
          <a:bodyPr/>
          <a:lstStyle/>
          <a:p>
            <a:r>
              <a:rPr lang="en-IN" b="1" dirty="0"/>
              <a:t>1. UN SDG Goals:</a:t>
            </a:r>
            <a:endParaRPr lang="en-IN" dirty="0"/>
          </a:p>
          <a:p>
            <a:r>
              <a:rPr lang="en-IN" dirty="0"/>
              <a:t>Sustainable Development Goals are 17 global goals. </a:t>
            </a:r>
          </a:p>
          <a:p>
            <a:r>
              <a:rPr lang="en-IN" dirty="0"/>
              <a:t>They aim to end poverty, protect the environment and ensure peace. </a:t>
            </a:r>
          </a:p>
          <a:p>
            <a:r>
              <a:rPr lang="en-IN" dirty="0"/>
              <a:t>SDG 13 (Climate Action) and SDG 17 (Partnerships for the Goals) are important. </a:t>
            </a:r>
          </a:p>
          <a:p>
            <a:endParaRPr lang="en-IN" dirty="0"/>
          </a:p>
        </p:txBody>
      </p:sp>
    </p:spTree>
    <p:extLst>
      <p:ext uri="{BB962C8B-B14F-4D97-AF65-F5344CB8AC3E}">
        <p14:creationId xmlns:p14="http://schemas.microsoft.com/office/powerpoint/2010/main" val="22022174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0018F-59DF-3E40-6647-5FF00CF1B2CE}"/>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99924D99-CE77-29EC-AED9-9FD960A73F63}"/>
              </a:ext>
            </a:extLst>
          </p:cNvPr>
          <p:cNvSpPr>
            <a:spLocks noGrp="1"/>
          </p:cNvSpPr>
          <p:nvPr>
            <p:ph idx="1"/>
          </p:nvPr>
        </p:nvSpPr>
        <p:spPr/>
        <p:txBody>
          <a:bodyPr/>
          <a:lstStyle/>
          <a:p>
            <a:r>
              <a:rPr lang="en-IN" b="1" dirty="0"/>
              <a:t>2. Data Centre Video :</a:t>
            </a:r>
          </a:p>
          <a:p>
            <a:r>
              <a:rPr lang="en-IN" dirty="0"/>
              <a:t>Watched the YouTube video.</a:t>
            </a:r>
          </a:p>
          <a:p>
            <a:r>
              <a:rPr lang="en-IN" dirty="0"/>
              <a:t>Data </a:t>
            </a:r>
            <a:r>
              <a:rPr lang="en-IN" dirty="0" err="1"/>
              <a:t>centers</a:t>
            </a:r>
            <a:r>
              <a:rPr lang="en-IN" dirty="0"/>
              <a:t> store and process internet data. </a:t>
            </a:r>
          </a:p>
          <a:p>
            <a:r>
              <a:rPr lang="en-IN" dirty="0"/>
              <a:t>They consume huge amounts of electricity. </a:t>
            </a:r>
          </a:p>
          <a:p>
            <a:r>
              <a:rPr lang="en-IN" dirty="0"/>
              <a:t>Green data </a:t>
            </a:r>
            <a:r>
              <a:rPr lang="en-IN" dirty="0" err="1"/>
              <a:t>centers</a:t>
            </a:r>
            <a:r>
              <a:rPr lang="en-IN" dirty="0"/>
              <a:t> use renewable energy. </a:t>
            </a:r>
          </a:p>
          <a:p>
            <a:r>
              <a:rPr lang="en-IN" dirty="0"/>
              <a:t>Efficient cooling systems reduce carbon emissions. </a:t>
            </a:r>
          </a:p>
        </p:txBody>
      </p:sp>
    </p:spTree>
    <p:extLst>
      <p:ext uri="{BB962C8B-B14F-4D97-AF65-F5344CB8AC3E}">
        <p14:creationId xmlns:p14="http://schemas.microsoft.com/office/powerpoint/2010/main" val="1352908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DE160-50A7-4A58-FDB3-5C772B27F64C}"/>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D3FE9C16-66CD-90A9-4269-5C443FB28080}"/>
              </a:ext>
            </a:extLst>
          </p:cNvPr>
          <p:cNvSpPr>
            <a:spLocks noGrp="1"/>
          </p:cNvSpPr>
          <p:nvPr>
            <p:ph idx="1"/>
          </p:nvPr>
        </p:nvSpPr>
        <p:spPr/>
        <p:txBody>
          <a:bodyPr/>
          <a:lstStyle/>
          <a:p>
            <a:r>
              <a:rPr lang="en-IN" b="1" dirty="0"/>
              <a:t>3. Ecological Footprint Calculator :</a:t>
            </a:r>
          </a:p>
          <a:p>
            <a:r>
              <a:rPr lang="en-IN" dirty="0"/>
              <a:t>Opened the calculator.</a:t>
            </a:r>
          </a:p>
          <a:p>
            <a:r>
              <a:rPr lang="en-IN" dirty="0"/>
              <a:t>Took the quiz.</a:t>
            </a:r>
          </a:p>
          <a:p>
            <a:r>
              <a:rPr lang="en-IN" dirty="0"/>
              <a:t>Measures environmental impact. </a:t>
            </a:r>
          </a:p>
          <a:p>
            <a:r>
              <a:rPr lang="en-IN" dirty="0"/>
              <a:t>Calculates Earth's resources required. </a:t>
            </a:r>
          </a:p>
          <a:p>
            <a:r>
              <a:rPr lang="en-IN" dirty="0"/>
              <a:t>Encourages sustainable lifestyle choices.</a:t>
            </a:r>
          </a:p>
          <a:p>
            <a:endParaRPr lang="en-IN" dirty="0"/>
          </a:p>
        </p:txBody>
      </p:sp>
    </p:spTree>
    <p:extLst>
      <p:ext uri="{BB962C8B-B14F-4D97-AF65-F5344CB8AC3E}">
        <p14:creationId xmlns:p14="http://schemas.microsoft.com/office/powerpoint/2010/main" val="9112524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5204D-F2AB-DB9D-BAE0-DD8DE8330040}"/>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01D5B164-169B-7389-68C4-B95CCB0A2264}"/>
              </a:ext>
            </a:extLst>
          </p:cNvPr>
          <p:cNvSpPr>
            <a:spLocks noGrp="1"/>
          </p:cNvSpPr>
          <p:nvPr>
            <p:ph idx="1"/>
          </p:nvPr>
        </p:nvSpPr>
        <p:spPr/>
        <p:txBody>
          <a:bodyPr/>
          <a:lstStyle/>
          <a:p>
            <a:r>
              <a:rPr lang="en-IN" b="1" dirty="0"/>
              <a:t>4. Carbon Calculator :</a:t>
            </a:r>
          </a:p>
          <a:p>
            <a:r>
              <a:rPr lang="en-IN" dirty="0"/>
              <a:t>Used it.</a:t>
            </a:r>
          </a:p>
          <a:p>
            <a:r>
              <a:rPr lang="en-IN" dirty="0"/>
              <a:t>Estimates personal carbon emissions. </a:t>
            </a:r>
          </a:p>
          <a:p>
            <a:r>
              <a:rPr lang="en-IN" dirty="0"/>
              <a:t>Shows impact of transportation and lifestyle. </a:t>
            </a:r>
          </a:p>
          <a:p>
            <a:r>
              <a:rPr lang="en-IN" dirty="0"/>
              <a:t>Suggests methods to reduce emissions. </a:t>
            </a:r>
          </a:p>
          <a:p>
            <a:r>
              <a:rPr lang="en-IN" dirty="0"/>
              <a:t>Took the screenshot.</a:t>
            </a:r>
          </a:p>
          <a:p>
            <a:endParaRPr lang="en-IN" dirty="0"/>
          </a:p>
        </p:txBody>
      </p:sp>
    </p:spTree>
    <p:extLst>
      <p:ext uri="{BB962C8B-B14F-4D97-AF65-F5344CB8AC3E}">
        <p14:creationId xmlns:p14="http://schemas.microsoft.com/office/powerpoint/2010/main" val="32364753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FB0B-74BE-67EE-0F64-28C3CFFB3B2A}"/>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FA95806C-F5D5-78A7-99F6-32B6E13B38B1}"/>
              </a:ext>
            </a:extLst>
          </p:cNvPr>
          <p:cNvSpPr>
            <a:spLocks noGrp="1"/>
          </p:cNvSpPr>
          <p:nvPr>
            <p:ph idx="1"/>
          </p:nvPr>
        </p:nvSpPr>
        <p:spPr/>
        <p:txBody>
          <a:bodyPr/>
          <a:lstStyle/>
          <a:p>
            <a:r>
              <a:rPr lang="en-IN" b="1" dirty="0"/>
              <a:t>5. </a:t>
            </a:r>
            <a:r>
              <a:rPr lang="en-IN" b="1" dirty="0" err="1"/>
              <a:t>EcoTransit</a:t>
            </a:r>
            <a:r>
              <a:rPr lang="en-IN" b="1" dirty="0"/>
              <a:t> Emission Calculator :</a:t>
            </a:r>
            <a:endParaRPr lang="en-IN" dirty="0"/>
          </a:p>
          <a:p>
            <a:r>
              <a:rPr lang="en-IN" dirty="0"/>
              <a:t>Compares transport emissions. </a:t>
            </a:r>
          </a:p>
          <a:p>
            <a:r>
              <a:rPr lang="en-IN" dirty="0"/>
              <a:t>Shows greener transportation options. </a:t>
            </a:r>
          </a:p>
          <a:p>
            <a:r>
              <a:rPr lang="en-IN" dirty="0"/>
              <a:t>Useful for logistics planning. </a:t>
            </a:r>
          </a:p>
          <a:p>
            <a:r>
              <a:rPr lang="en-IN" dirty="0"/>
              <a:t>Took the screenshot.</a:t>
            </a:r>
          </a:p>
          <a:p>
            <a:endParaRPr lang="en-IN" dirty="0"/>
          </a:p>
        </p:txBody>
      </p:sp>
    </p:spTree>
    <p:extLst>
      <p:ext uri="{BB962C8B-B14F-4D97-AF65-F5344CB8AC3E}">
        <p14:creationId xmlns:p14="http://schemas.microsoft.com/office/powerpoint/2010/main" val="2380700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84E2-3797-CF48-1831-16A23BD22FDA}"/>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296CDC50-3DCB-820B-AC83-E3C5CF051AEC}"/>
              </a:ext>
            </a:extLst>
          </p:cNvPr>
          <p:cNvSpPr>
            <a:spLocks noGrp="1"/>
          </p:cNvSpPr>
          <p:nvPr>
            <p:ph idx="1"/>
          </p:nvPr>
        </p:nvSpPr>
        <p:spPr/>
        <p:txBody>
          <a:bodyPr>
            <a:normAutofit/>
          </a:bodyPr>
          <a:lstStyle/>
          <a:p>
            <a:r>
              <a:rPr lang="en-IN" b="1" dirty="0"/>
              <a:t>6. MIT Climate Simulation :</a:t>
            </a:r>
          </a:p>
          <a:p>
            <a:r>
              <a:rPr lang="en-IN" dirty="0"/>
              <a:t>Moved a few sliders.</a:t>
            </a:r>
          </a:p>
          <a:p>
            <a:r>
              <a:rPr lang="en-IN" dirty="0"/>
              <a:t>Observed changes.</a:t>
            </a:r>
          </a:p>
          <a:p>
            <a:r>
              <a:rPr lang="en-IN" dirty="0"/>
              <a:t>Simulates future climate scenarios. </a:t>
            </a:r>
          </a:p>
          <a:p>
            <a:r>
              <a:rPr lang="en-IN" dirty="0"/>
              <a:t>Shows effect of renewable energy. </a:t>
            </a:r>
          </a:p>
          <a:p>
            <a:r>
              <a:rPr lang="en-IN" dirty="0"/>
              <a:t>Helps understand global warming. </a:t>
            </a:r>
          </a:p>
          <a:p>
            <a:r>
              <a:rPr lang="en-IN" dirty="0"/>
              <a:t>Took the screenshot.</a:t>
            </a:r>
          </a:p>
          <a:p>
            <a:endParaRPr lang="en-IN" dirty="0"/>
          </a:p>
        </p:txBody>
      </p:sp>
    </p:spTree>
    <p:extLst>
      <p:ext uri="{BB962C8B-B14F-4D97-AF65-F5344CB8AC3E}">
        <p14:creationId xmlns:p14="http://schemas.microsoft.com/office/powerpoint/2010/main" val="41023141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72C16-C964-3372-AF9B-E1AC4FCA729B}"/>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F7FA9499-AE49-F743-1469-538DC1B2C881}"/>
              </a:ext>
            </a:extLst>
          </p:cNvPr>
          <p:cNvSpPr>
            <a:spLocks noGrp="1"/>
          </p:cNvSpPr>
          <p:nvPr>
            <p:ph idx="1"/>
          </p:nvPr>
        </p:nvSpPr>
        <p:spPr/>
        <p:txBody>
          <a:bodyPr/>
          <a:lstStyle/>
          <a:p>
            <a:r>
              <a:rPr lang="en-IN" b="1" dirty="0"/>
              <a:t>7. AI Smart Bins :</a:t>
            </a:r>
          </a:p>
          <a:p>
            <a:r>
              <a:rPr lang="en-IN" dirty="0"/>
              <a:t>Visited website.</a:t>
            </a:r>
          </a:p>
          <a:p>
            <a:r>
              <a:rPr lang="en-IN" dirty="0"/>
              <a:t>AI identifies different waste types. </a:t>
            </a:r>
          </a:p>
          <a:p>
            <a:r>
              <a:rPr lang="en-IN" dirty="0"/>
              <a:t>Improves recycling. </a:t>
            </a:r>
          </a:p>
          <a:p>
            <a:r>
              <a:rPr lang="en-IN" dirty="0"/>
              <a:t>Reduces landfill waste.</a:t>
            </a:r>
          </a:p>
          <a:p>
            <a:endParaRPr lang="en-IN" dirty="0"/>
          </a:p>
        </p:txBody>
      </p:sp>
    </p:spTree>
    <p:extLst>
      <p:ext uri="{BB962C8B-B14F-4D97-AF65-F5344CB8AC3E}">
        <p14:creationId xmlns:p14="http://schemas.microsoft.com/office/powerpoint/2010/main" val="2588490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99FEF-E766-8DD6-5941-020040B4A317}"/>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472AA625-1EEE-D141-63A2-4BB0C588528E}"/>
              </a:ext>
            </a:extLst>
          </p:cNvPr>
          <p:cNvSpPr>
            <a:spLocks noGrp="1"/>
          </p:cNvSpPr>
          <p:nvPr>
            <p:ph idx="1"/>
          </p:nvPr>
        </p:nvSpPr>
        <p:spPr/>
        <p:txBody>
          <a:bodyPr/>
          <a:lstStyle/>
          <a:p>
            <a:r>
              <a:rPr lang="en-IN" b="1" dirty="0"/>
              <a:t>8. Government EV Calculator :</a:t>
            </a:r>
          </a:p>
          <a:p>
            <a:r>
              <a:rPr lang="en-IN" dirty="0"/>
              <a:t>Used the calculator.</a:t>
            </a:r>
          </a:p>
          <a:p>
            <a:r>
              <a:rPr lang="en-IN" dirty="0"/>
              <a:t>Compares petrol vs electric vehicles. </a:t>
            </a:r>
          </a:p>
          <a:p>
            <a:r>
              <a:rPr lang="en-IN" dirty="0"/>
              <a:t>Shows CO₂ savings. </a:t>
            </a:r>
          </a:p>
          <a:p>
            <a:r>
              <a:rPr lang="en-IN" dirty="0"/>
              <a:t>Converts savings into equivalent number of trees. </a:t>
            </a:r>
          </a:p>
          <a:p>
            <a:r>
              <a:rPr lang="en-IN" dirty="0"/>
              <a:t>Took the screenshot.</a:t>
            </a:r>
          </a:p>
          <a:p>
            <a:endParaRPr lang="en-IN" dirty="0"/>
          </a:p>
        </p:txBody>
      </p:sp>
    </p:spTree>
    <p:extLst>
      <p:ext uri="{BB962C8B-B14F-4D97-AF65-F5344CB8AC3E}">
        <p14:creationId xmlns:p14="http://schemas.microsoft.com/office/powerpoint/2010/main" val="17538789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2DE744-F244-815E-73D6-68ADD38D61F5}"/>
              </a:ext>
            </a:extLst>
          </p:cNvPr>
          <p:cNvSpPr>
            <a:spLocks noGrp="1"/>
          </p:cNvSpPr>
          <p:nvPr>
            <p:ph type="title"/>
          </p:nvPr>
        </p:nvSpPr>
        <p:spPr/>
        <p:txBody>
          <a:bodyPr/>
          <a:lstStyle/>
          <a:p>
            <a:pPr algn="ctr"/>
            <a:r>
              <a:rPr lang="en-IN" dirty="0"/>
              <a:t>Things Learned from the Links:-</a:t>
            </a:r>
          </a:p>
        </p:txBody>
      </p:sp>
      <p:sp>
        <p:nvSpPr>
          <p:cNvPr id="3" name="Content Placeholder 2">
            <a:extLst>
              <a:ext uri="{FF2B5EF4-FFF2-40B4-BE49-F238E27FC236}">
                <a16:creationId xmlns:a16="http://schemas.microsoft.com/office/drawing/2014/main" id="{1886C2BB-35FB-728F-11B7-8888883FA845}"/>
              </a:ext>
            </a:extLst>
          </p:cNvPr>
          <p:cNvSpPr>
            <a:spLocks noGrp="1"/>
          </p:cNvSpPr>
          <p:nvPr>
            <p:ph idx="1"/>
          </p:nvPr>
        </p:nvSpPr>
        <p:spPr/>
        <p:txBody>
          <a:bodyPr>
            <a:normAutofit fontScale="85000" lnSpcReduction="20000"/>
          </a:bodyPr>
          <a:lstStyle/>
          <a:p>
            <a:r>
              <a:rPr lang="en-IN" b="1" dirty="0"/>
              <a:t>Favourite SDG – SDG 17:- Partnerships for the Goals:</a:t>
            </a:r>
          </a:p>
          <a:p>
            <a:r>
              <a:rPr lang="en-IN" dirty="0"/>
              <a:t>I selected </a:t>
            </a:r>
            <a:r>
              <a:rPr lang="en-IN" b="1" dirty="0"/>
              <a:t>SDG 17 – Partnerships for the Goals</a:t>
            </a:r>
            <a:r>
              <a:rPr lang="en-IN" dirty="0"/>
              <a:t> because achieving sustainable development requires cooperation among governments, industries, educational institutions, NGOs, and individuals. Global challenges such as climate change, pollution, and resource conservation cannot be solved by one organization or one country alone. Strong partnerships help share knowledge, technology, funding, and innovative ideas to achieve the Sustainable Development Goals more effectively. Artificial Intelligence can support SDG 17 by enabling data sharing, improving communication, </a:t>
            </a:r>
            <a:r>
              <a:rPr lang="en-IN" dirty="0" err="1"/>
              <a:t>analyzing</a:t>
            </a:r>
            <a:r>
              <a:rPr lang="en-IN" dirty="0"/>
              <a:t> large environmental datasets, and helping organizations make informed decisions. My AI with Green Skills internship is itself an example of SDG 17, where educational institutions, </a:t>
            </a:r>
            <a:r>
              <a:rPr lang="en-IN" dirty="0" err="1"/>
              <a:t>Edunet</a:t>
            </a:r>
            <a:r>
              <a:rPr lang="en-IN" dirty="0"/>
              <a:t> Foundation, and technology partners collaborate to equip students with AI skills for building sustainable solutions.</a:t>
            </a:r>
          </a:p>
        </p:txBody>
      </p:sp>
    </p:spTree>
    <p:extLst>
      <p:ext uri="{BB962C8B-B14F-4D97-AF65-F5344CB8AC3E}">
        <p14:creationId xmlns:p14="http://schemas.microsoft.com/office/powerpoint/2010/main" val="39462636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3855C-2E9F-47CD-9472-D81809BA8341}"/>
              </a:ext>
            </a:extLst>
          </p:cNvPr>
          <p:cNvSpPr>
            <a:spLocks noGrp="1"/>
          </p:cNvSpPr>
          <p:nvPr>
            <p:ph type="title"/>
          </p:nvPr>
        </p:nvSpPr>
        <p:spPr/>
        <p:txBody>
          <a:bodyPr>
            <a:normAutofit/>
          </a:bodyPr>
          <a:lstStyle/>
          <a:p>
            <a:pPr algn="ctr"/>
            <a:r>
              <a:rPr lang="en-IN" b="1" dirty="0"/>
              <a:t>Screenshots(Activities Performed):-</a:t>
            </a:r>
            <a:br>
              <a:rPr lang="en-IN" dirty="0"/>
            </a:br>
            <a:endParaRPr lang="en-IN" dirty="0"/>
          </a:p>
        </p:txBody>
      </p:sp>
      <p:sp>
        <p:nvSpPr>
          <p:cNvPr id="3" name="Content Placeholder 2">
            <a:extLst>
              <a:ext uri="{FF2B5EF4-FFF2-40B4-BE49-F238E27FC236}">
                <a16:creationId xmlns:a16="http://schemas.microsoft.com/office/drawing/2014/main" id="{4F79D4ED-50B9-9CCB-999F-664013BA4D07}"/>
              </a:ext>
            </a:extLst>
          </p:cNvPr>
          <p:cNvSpPr>
            <a:spLocks noGrp="1"/>
          </p:cNvSpPr>
          <p:nvPr>
            <p:ph idx="1"/>
          </p:nvPr>
        </p:nvSpPr>
        <p:spPr>
          <a:xfrm>
            <a:off x="1244600" y="1354667"/>
            <a:ext cx="9973733" cy="5376333"/>
          </a:xfrm>
        </p:spPr>
        <p:txBody>
          <a:bodyPr/>
          <a:lstStyle/>
          <a:p>
            <a:pPr marL="0" indent="0">
              <a:buNone/>
            </a:pPr>
            <a:endParaRPr lang="en-IN" dirty="0"/>
          </a:p>
          <a:p>
            <a:pPr marL="0" indent="0">
              <a:buNone/>
            </a:pPr>
            <a:endParaRPr lang="en-IN" dirty="0"/>
          </a:p>
          <a:p>
            <a:endParaRPr lang="en-IN" dirty="0"/>
          </a:p>
        </p:txBody>
      </p:sp>
      <p:pic>
        <p:nvPicPr>
          <p:cNvPr id="5" name="Picture 4">
            <a:extLst>
              <a:ext uri="{FF2B5EF4-FFF2-40B4-BE49-F238E27FC236}">
                <a16:creationId xmlns:a16="http://schemas.microsoft.com/office/drawing/2014/main" id="{1763592C-FCC3-F586-4EDB-6B70D6EA25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4600" y="1447799"/>
            <a:ext cx="3556000" cy="2218267"/>
          </a:xfrm>
          <a:prstGeom prst="rect">
            <a:avLst/>
          </a:prstGeom>
        </p:spPr>
      </p:pic>
      <p:pic>
        <p:nvPicPr>
          <p:cNvPr id="7" name="Picture 6">
            <a:extLst>
              <a:ext uri="{FF2B5EF4-FFF2-40B4-BE49-F238E27FC236}">
                <a16:creationId xmlns:a16="http://schemas.microsoft.com/office/drawing/2014/main" id="{F1C8E0B9-F44F-5A37-3BF4-F41D45FFB9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66751" y="1341321"/>
            <a:ext cx="1879600" cy="2324745"/>
          </a:xfrm>
          <a:prstGeom prst="rect">
            <a:avLst/>
          </a:prstGeom>
        </p:spPr>
      </p:pic>
      <p:pic>
        <p:nvPicPr>
          <p:cNvPr id="9" name="Picture 8">
            <a:extLst>
              <a:ext uri="{FF2B5EF4-FFF2-40B4-BE49-F238E27FC236}">
                <a16:creationId xmlns:a16="http://schemas.microsoft.com/office/drawing/2014/main" id="{07522750-5560-B07C-1ACF-E8D2C3D3945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01294" y="1354668"/>
            <a:ext cx="1715439" cy="2429932"/>
          </a:xfrm>
          <a:prstGeom prst="rect">
            <a:avLst/>
          </a:prstGeom>
        </p:spPr>
      </p:pic>
      <p:pic>
        <p:nvPicPr>
          <p:cNvPr id="11" name="Picture 10">
            <a:extLst>
              <a:ext uri="{FF2B5EF4-FFF2-40B4-BE49-F238E27FC236}">
                <a16:creationId xmlns:a16="http://schemas.microsoft.com/office/drawing/2014/main" id="{52C53685-BF99-DD41-389C-303EB578A3A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12502" y="1359235"/>
            <a:ext cx="1997114" cy="2324745"/>
          </a:xfrm>
          <a:prstGeom prst="rect">
            <a:avLst/>
          </a:prstGeom>
        </p:spPr>
      </p:pic>
      <p:pic>
        <p:nvPicPr>
          <p:cNvPr id="13" name="Picture 12">
            <a:extLst>
              <a:ext uri="{FF2B5EF4-FFF2-40B4-BE49-F238E27FC236}">
                <a16:creationId xmlns:a16="http://schemas.microsoft.com/office/drawing/2014/main" id="{C00B9B67-0515-9314-42E4-48CE180A917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312059" y="3784599"/>
            <a:ext cx="2599498" cy="2844799"/>
          </a:xfrm>
          <a:prstGeom prst="rect">
            <a:avLst/>
          </a:prstGeom>
        </p:spPr>
      </p:pic>
      <p:pic>
        <p:nvPicPr>
          <p:cNvPr id="15" name="Picture 14">
            <a:extLst>
              <a:ext uri="{FF2B5EF4-FFF2-40B4-BE49-F238E27FC236}">
                <a16:creationId xmlns:a16="http://schemas.microsoft.com/office/drawing/2014/main" id="{F34F9E32-DC3A-7D98-F335-3FDF0DBE8731}"/>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299119" y="3852333"/>
            <a:ext cx="2448814" cy="2777066"/>
          </a:xfrm>
          <a:prstGeom prst="rect">
            <a:avLst/>
          </a:prstGeom>
        </p:spPr>
      </p:pic>
      <p:pic>
        <p:nvPicPr>
          <p:cNvPr id="17" name="Picture 16">
            <a:extLst>
              <a:ext uri="{FF2B5EF4-FFF2-40B4-BE49-F238E27FC236}">
                <a16:creationId xmlns:a16="http://schemas.microsoft.com/office/drawing/2014/main" id="{FB9E6DDC-DF42-95E7-ABB1-0F2FF8793DED}"/>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450668" y="3953934"/>
            <a:ext cx="3496732" cy="2777066"/>
          </a:xfrm>
          <a:prstGeom prst="rect">
            <a:avLst/>
          </a:prstGeom>
        </p:spPr>
      </p:pic>
    </p:spTree>
    <p:extLst>
      <p:ext uri="{BB962C8B-B14F-4D97-AF65-F5344CB8AC3E}">
        <p14:creationId xmlns:p14="http://schemas.microsoft.com/office/powerpoint/2010/main" val="34289795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1C9A3-B7E1-09B7-3AE6-8D889250736E}"/>
              </a:ext>
            </a:extLst>
          </p:cNvPr>
          <p:cNvSpPr>
            <a:spLocks noGrp="1"/>
          </p:cNvSpPr>
          <p:nvPr>
            <p:ph type="title"/>
          </p:nvPr>
        </p:nvSpPr>
        <p:spPr/>
        <p:txBody>
          <a:bodyPr/>
          <a:lstStyle/>
          <a:p>
            <a:pPr algn="ctr"/>
            <a:r>
              <a:rPr lang="en-IN" dirty="0"/>
              <a:t>Key Learnings:-</a:t>
            </a:r>
          </a:p>
        </p:txBody>
      </p:sp>
      <p:sp>
        <p:nvSpPr>
          <p:cNvPr id="3" name="Content Placeholder 2">
            <a:extLst>
              <a:ext uri="{FF2B5EF4-FFF2-40B4-BE49-F238E27FC236}">
                <a16:creationId xmlns:a16="http://schemas.microsoft.com/office/drawing/2014/main" id="{DC9F4635-7881-EE0D-F5C9-4EA553C3C97F}"/>
              </a:ext>
            </a:extLst>
          </p:cNvPr>
          <p:cNvSpPr>
            <a:spLocks noGrp="1"/>
          </p:cNvSpPr>
          <p:nvPr>
            <p:ph idx="1"/>
          </p:nvPr>
        </p:nvSpPr>
        <p:spPr/>
        <p:txBody>
          <a:bodyPr>
            <a:normAutofit fontScale="77500" lnSpcReduction="20000"/>
          </a:bodyPr>
          <a:lstStyle/>
          <a:p>
            <a:pPr marL="0" indent="0">
              <a:buNone/>
            </a:pPr>
            <a:endParaRPr lang="en-IN" dirty="0"/>
          </a:p>
          <a:p>
            <a:r>
              <a:rPr lang="en-IN" dirty="0"/>
              <a:t>Learned about Sustainable Development Goals. </a:t>
            </a:r>
          </a:p>
          <a:p>
            <a:r>
              <a:rPr lang="en-IN" dirty="0"/>
              <a:t>Understood Green Skilling. </a:t>
            </a:r>
          </a:p>
          <a:p>
            <a:r>
              <a:rPr lang="en-IN" dirty="0"/>
              <a:t>Explored AI applications in sustainability. </a:t>
            </a:r>
          </a:p>
          <a:p>
            <a:r>
              <a:rPr lang="en-IN" dirty="0"/>
              <a:t>Calculated ecological footprint. </a:t>
            </a:r>
          </a:p>
          <a:p>
            <a:r>
              <a:rPr lang="en-IN" dirty="0"/>
              <a:t>Learned about carbon emissions. </a:t>
            </a:r>
          </a:p>
          <a:p>
            <a:r>
              <a:rPr lang="en-IN" dirty="0"/>
              <a:t>Explored climate simulation. </a:t>
            </a:r>
          </a:p>
          <a:p>
            <a:r>
              <a:rPr lang="en-IN" dirty="0"/>
              <a:t>Understood green transportation. </a:t>
            </a:r>
          </a:p>
          <a:p>
            <a:r>
              <a:rPr lang="en-IN" dirty="0"/>
              <a:t>Learned how AI supports environmental protection. </a:t>
            </a:r>
          </a:p>
          <a:p>
            <a:endParaRPr lang="en-IN" dirty="0"/>
          </a:p>
        </p:txBody>
      </p:sp>
    </p:spTree>
    <p:extLst>
      <p:ext uri="{BB962C8B-B14F-4D97-AF65-F5344CB8AC3E}">
        <p14:creationId xmlns:p14="http://schemas.microsoft.com/office/powerpoint/2010/main" val="2358171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D52A5-C401-1C18-BE06-49272AEAB9A4}"/>
              </a:ext>
            </a:extLst>
          </p:cNvPr>
          <p:cNvSpPr>
            <a:spLocks noGrp="1"/>
          </p:cNvSpPr>
          <p:nvPr>
            <p:ph type="title"/>
          </p:nvPr>
        </p:nvSpPr>
        <p:spPr/>
        <p:txBody>
          <a:bodyPr/>
          <a:lstStyle/>
          <a:p>
            <a:pPr algn="ctr"/>
            <a:r>
              <a:rPr lang="en-IN" dirty="0"/>
              <a:t>Capstone Project Idea:-</a:t>
            </a:r>
          </a:p>
        </p:txBody>
      </p:sp>
      <p:sp>
        <p:nvSpPr>
          <p:cNvPr id="3" name="Content Placeholder 2">
            <a:extLst>
              <a:ext uri="{FF2B5EF4-FFF2-40B4-BE49-F238E27FC236}">
                <a16:creationId xmlns:a16="http://schemas.microsoft.com/office/drawing/2014/main" id="{2B901867-D208-45A5-5C5A-FC7087ABC505}"/>
              </a:ext>
            </a:extLst>
          </p:cNvPr>
          <p:cNvSpPr>
            <a:spLocks noGrp="1"/>
          </p:cNvSpPr>
          <p:nvPr>
            <p:ph idx="1"/>
          </p:nvPr>
        </p:nvSpPr>
        <p:spPr>
          <a:xfrm>
            <a:off x="1430867" y="1490133"/>
            <a:ext cx="9139272" cy="5054600"/>
          </a:xfrm>
        </p:spPr>
        <p:txBody>
          <a:bodyPr>
            <a:normAutofit fontScale="62500" lnSpcReduction="20000"/>
          </a:bodyPr>
          <a:lstStyle/>
          <a:p>
            <a:r>
              <a:rPr lang="en-US" dirty="0"/>
              <a:t>Project Title:-</a:t>
            </a:r>
          </a:p>
          <a:p>
            <a:r>
              <a:rPr lang="en-US" dirty="0" err="1"/>
              <a:t>EcoHub</a:t>
            </a:r>
            <a:r>
              <a:rPr lang="en-US" dirty="0"/>
              <a:t> AI : Intelligent Sustainability Analytics Platform</a:t>
            </a:r>
          </a:p>
          <a:p>
            <a:r>
              <a:rPr lang="en-IN" b="1" dirty="0"/>
              <a:t>Project Description:-</a:t>
            </a:r>
          </a:p>
          <a:p>
            <a:r>
              <a:rPr lang="en-IN" b="1" dirty="0" err="1"/>
              <a:t>EcoHub</a:t>
            </a:r>
            <a:r>
              <a:rPr lang="en-IN" b="1" dirty="0"/>
              <a:t> AI: Intelligent Sustainability Analytics Platform</a:t>
            </a:r>
            <a:r>
              <a:rPr lang="en-IN" dirty="0"/>
              <a:t> is an AI-powered platform designed to </a:t>
            </a:r>
            <a:r>
              <a:rPr lang="en-IN" dirty="0" err="1"/>
              <a:t>analyze</a:t>
            </a:r>
            <a:r>
              <a:rPr lang="en-IN" dirty="0"/>
              <a:t> environmental and sustainability data to support informed decision-making. It uses machine learning and data analytics to identify trends in areas such as carbon emissions, energy consumption, waste management, and resource utilization. The platform provides insights and visualizations that help individuals, organizations, and policymakers adopt sustainable practices and contribute to achieving the United Nations Sustainable Development Goals (SDGs).</a:t>
            </a:r>
            <a:endParaRPr lang="en-US" dirty="0"/>
          </a:p>
          <a:p>
            <a:r>
              <a:rPr lang="en-US" dirty="0"/>
              <a:t>Group Members:-</a:t>
            </a:r>
          </a:p>
          <a:p>
            <a:r>
              <a:rPr lang="en-US" dirty="0"/>
              <a:t>1. Darsh Parekh</a:t>
            </a:r>
          </a:p>
          <a:p>
            <a:r>
              <a:rPr lang="en-US" dirty="0"/>
              <a:t>2. Rutu Patel </a:t>
            </a:r>
          </a:p>
          <a:p>
            <a:r>
              <a:rPr lang="en-US" dirty="0"/>
              <a:t>3. Minakshi Patel </a:t>
            </a:r>
          </a:p>
          <a:p>
            <a:r>
              <a:rPr lang="en-US" dirty="0"/>
              <a:t>4. Nija Mavani</a:t>
            </a:r>
          </a:p>
          <a:p>
            <a:r>
              <a:rPr lang="en-US" dirty="0"/>
              <a:t>5. Kovid Bhujbal</a:t>
            </a:r>
            <a:endParaRPr lang="en-IN" dirty="0"/>
          </a:p>
        </p:txBody>
      </p:sp>
    </p:spTree>
    <p:extLst>
      <p:ext uri="{BB962C8B-B14F-4D97-AF65-F5344CB8AC3E}">
        <p14:creationId xmlns:p14="http://schemas.microsoft.com/office/powerpoint/2010/main" val="138342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32A5D-8E20-EF39-80A4-6C68E8DB1787}"/>
              </a:ext>
            </a:extLst>
          </p:cNvPr>
          <p:cNvSpPr>
            <a:spLocks noGrp="1"/>
          </p:cNvSpPr>
          <p:nvPr>
            <p:ph type="title"/>
          </p:nvPr>
        </p:nvSpPr>
        <p:spPr>
          <a:xfrm>
            <a:off x="2116834" y="2890385"/>
            <a:ext cx="7958331" cy="1077229"/>
          </a:xfrm>
        </p:spPr>
        <p:txBody>
          <a:bodyPr>
            <a:normAutofit/>
          </a:bodyPr>
          <a:lstStyle/>
          <a:p>
            <a:pPr algn="ctr"/>
            <a:r>
              <a:rPr lang="en-IN" sz="6000" dirty="0"/>
              <a:t>Thank You.</a:t>
            </a:r>
          </a:p>
        </p:txBody>
      </p:sp>
    </p:spTree>
    <p:extLst>
      <p:ext uri="{BB962C8B-B14F-4D97-AF65-F5344CB8AC3E}">
        <p14:creationId xmlns:p14="http://schemas.microsoft.com/office/powerpoint/2010/main" val="122945824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D29"/>
      </a:dk2>
      <a:lt2>
        <a:srgbClr val="C5FAEB"/>
      </a:lt2>
      <a:accent1>
        <a:srgbClr val="A1D68B"/>
      </a:accent1>
      <a:accent2>
        <a:srgbClr val="5EC795"/>
      </a:accent2>
      <a:accent3>
        <a:srgbClr val="4DADCF"/>
      </a:accent3>
      <a:accent4>
        <a:srgbClr val="CDB756"/>
      </a:accent4>
      <a:accent5>
        <a:srgbClr val="E29C36"/>
      </a:accent5>
      <a:accent6>
        <a:srgbClr val="8EC0C1"/>
      </a:accent6>
      <a:hlink>
        <a:srgbClr val="6D9D9B"/>
      </a:hlink>
      <a:folHlink>
        <a:srgbClr val="6D8583"/>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6AC10936-2DFC-4054-9ADF-B5E2C5F86190}"/>
    </a:ext>
  </a:extLst>
</a:theme>
</file>

<file path=docProps/app.xml><?xml version="1.0" encoding="utf-8"?>
<Properties xmlns="http://schemas.openxmlformats.org/officeDocument/2006/extended-properties" xmlns:vt="http://schemas.openxmlformats.org/officeDocument/2006/docPropsVTypes">
  <Template>TM16401375[[fn=Madison]]</Template>
  <TotalTime>75</TotalTime>
  <Words>789</Words>
  <Application>Microsoft Office PowerPoint</Application>
  <PresentationFormat>Widescreen</PresentationFormat>
  <Paragraphs>122</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MS Shell Dlg 2</vt:lpstr>
      <vt:lpstr>Wingdings</vt:lpstr>
      <vt:lpstr>Wingdings 3</vt:lpstr>
      <vt:lpstr>Madison</vt:lpstr>
      <vt:lpstr>Green Skills using AI Technologies.</vt:lpstr>
      <vt:lpstr>Submitted by: </vt:lpstr>
      <vt:lpstr>About Green Skilling:-</vt:lpstr>
      <vt:lpstr>Sustainibility:-</vt:lpstr>
      <vt:lpstr>AI and Sustainability:-</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Things Learned from the Links:-</vt:lpstr>
      <vt:lpstr>Screenshots(Activities Performed):- </vt:lpstr>
      <vt:lpstr>Key Learnings:-</vt:lpstr>
      <vt:lpstr>Capstone Project Idea:-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Darsh Parekh</dc:creator>
  <cp:lastModifiedBy>Darsh Parekh</cp:lastModifiedBy>
  <cp:revision>2</cp:revision>
  <dcterms:created xsi:type="dcterms:W3CDTF">2026-07-14T09:29:05Z</dcterms:created>
  <dcterms:modified xsi:type="dcterms:W3CDTF">2026-07-14T12:08:02Z</dcterms:modified>
</cp:coreProperties>
</file>